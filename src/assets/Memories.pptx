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13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02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558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911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95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0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8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08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7009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54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251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405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043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4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625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154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38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51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8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9679" y="1554026"/>
            <a:ext cx="6951617" cy="1470025"/>
          </a:xfrm>
        </p:spPr>
        <p:txBody>
          <a:bodyPr/>
          <a:lstStyle/>
          <a:p>
            <a:r>
              <a:rPr dirty="0"/>
              <a:t>Gift Shop Website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8057" y="3024051"/>
            <a:ext cx="6951617" cy="2619104"/>
          </a:xfrm>
        </p:spPr>
        <p:txBody>
          <a:bodyPr>
            <a:normAutofit/>
          </a:bodyPr>
          <a:lstStyle/>
          <a:p>
            <a:r>
              <a:rPr dirty="0"/>
              <a:t>React-Based Web </a:t>
            </a:r>
            <a:r>
              <a:rPr dirty="0" smtClean="0"/>
              <a:t>Application</a:t>
            </a:r>
          </a:p>
          <a:p>
            <a:r>
              <a:rPr sz="2800" dirty="0" smtClean="0"/>
              <a:t>Presented </a:t>
            </a:r>
            <a:r>
              <a:rPr sz="2800" dirty="0"/>
              <a:t>by</a:t>
            </a:r>
            <a:r>
              <a:rPr sz="2800" dirty="0" smtClean="0"/>
              <a:t>:</a:t>
            </a:r>
          </a:p>
          <a:p>
            <a:r>
              <a:rPr lang="en-IN" dirty="0" smtClean="0"/>
              <a:t>Jatin Singh Bisht</a:t>
            </a:r>
            <a:r>
              <a:rPr dirty="0" smtClean="0"/>
              <a:t> and </a:t>
            </a:r>
            <a:endParaRPr lang="en-IN" dirty="0" smtClean="0"/>
          </a:p>
          <a:p>
            <a:r>
              <a:rPr lang="en-IN" dirty="0" smtClean="0"/>
              <a:t>Syed Fardeen Abbas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189" y="2368732"/>
            <a:ext cx="7619999" cy="39275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My name is </a:t>
            </a:r>
            <a:r>
              <a:rPr lang="en-US" sz="2800" dirty="0" smtClean="0"/>
              <a:t>Jatin Singh Bisht, </a:t>
            </a:r>
            <a:r>
              <a:rPr lang="en-US" sz="2800" dirty="0"/>
              <a:t>and I am a BCA student. This project is a collaborative effort developed by me and my friend </a:t>
            </a:r>
            <a:r>
              <a:rPr lang="en-US" sz="2800" dirty="0" smtClean="0"/>
              <a:t>Syed </a:t>
            </a:r>
            <a:r>
              <a:rPr lang="en-US" sz="2800" dirty="0" err="1" smtClean="0"/>
              <a:t>Fardeen</a:t>
            </a:r>
            <a:r>
              <a:rPr lang="en-US" sz="2800" dirty="0" smtClean="0"/>
              <a:t> Abbas as </a:t>
            </a:r>
            <a:r>
              <a:rPr lang="en-US" sz="2800" dirty="0"/>
              <a:t>part of our academic curriculum. By combining our skills and ideas, we designed and developed a user-friendly React-based Gift Shop Website. This project provided us with valuable practical experience in frontend development and strengthened our teamwork and problem-solving skills.</a:t>
            </a: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480" y="2490135"/>
            <a:ext cx="7646125" cy="371036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Traditional gift shopping is time-consuming and requires visiting multiple stores.</a:t>
            </a:r>
            <a:endParaRPr dirty="0"/>
          </a:p>
          <a:p>
            <a:r>
              <a:rPr lang="en-US" dirty="0"/>
              <a:t>Offline gift shops offer limited product variety and visibility.</a:t>
            </a:r>
            <a:r>
              <a:rPr dirty="0" smtClean="0"/>
              <a:t>.</a:t>
            </a:r>
            <a:endParaRPr dirty="0"/>
          </a:p>
          <a:p>
            <a:r>
              <a:rPr lang="en-US" dirty="0"/>
              <a:t>Customers cannot easily access gift shops at any time or from any location</a:t>
            </a:r>
            <a:r>
              <a:rPr dirty="0" smtClean="0"/>
              <a:t>.</a:t>
            </a:r>
            <a:endParaRPr lang="en-IN" dirty="0" smtClean="0"/>
          </a:p>
          <a:p>
            <a:r>
              <a:rPr lang="en-US" dirty="0"/>
              <a:t>Users do not get enough information about products before </a:t>
            </a:r>
            <a:r>
              <a:rPr lang="en-US" dirty="0" smtClean="0"/>
              <a:t>purchasing</a:t>
            </a:r>
          </a:p>
          <a:p>
            <a:r>
              <a:rPr lang="en-US" dirty="0"/>
              <a:t>Customers cannot easily access gift shops at any time or from any location.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108" y="2690433"/>
            <a:ext cx="7576457" cy="3867122"/>
          </a:xfrm>
        </p:spPr>
        <p:txBody>
          <a:bodyPr>
            <a:normAutofit fontScale="92500"/>
          </a:bodyPr>
          <a:lstStyle/>
          <a:p>
            <a:r>
              <a:rPr lang="en-US" dirty="0"/>
              <a:t>The project is a React-based web application designed for an online gift shop.</a:t>
            </a:r>
            <a:r>
              <a:rPr dirty="0" smtClean="0"/>
              <a:t>• </a:t>
            </a:r>
            <a:r>
              <a:rPr dirty="0"/>
              <a:t>Users can browse various gift products.</a:t>
            </a:r>
          </a:p>
          <a:p>
            <a:r>
              <a:rPr lang="en-US" dirty="0"/>
              <a:t>It allows users to browse and explore various gift products </a:t>
            </a:r>
            <a:r>
              <a:rPr lang="en-US" dirty="0" smtClean="0"/>
              <a:t>easily.</a:t>
            </a:r>
            <a:endParaRPr dirty="0"/>
          </a:p>
          <a:p>
            <a:r>
              <a:rPr lang="en-US" dirty="0"/>
              <a:t>Gifts are displayed category-wise for better product </a:t>
            </a:r>
            <a:r>
              <a:rPr lang="en-US" dirty="0" smtClean="0"/>
              <a:t>organization</a:t>
            </a:r>
            <a:r>
              <a:rPr dirty="0" smtClean="0"/>
              <a:t>.</a:t>
            </a:r>
            <a:endParaRPr lang="en-IN" dirty="0" smtClean="0"/>
          </a:p>
          <a:p>
            <a:r>
              <a:rPr lang="en-US" dirty="0"/>
              <a:t>The website provides a clean, simple, and responsive user interface</a:t>
            </a:r>
            <a:r>
              <a:rPr lang="en-US" dirty="0" smtClean="0"/>
              <a:t>.</a:t>
            </a:r>
          </a:p>
          <a:p>
            <a:r>
              <a:rPr lang="en-US" dirty="0"/>
              <a:t>Users can view product details including images and descriptions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897" y="2376923"/>
            <a:ext cx="7559040" cy="38845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design and develop a user-friendly Gift Shop Website </a:t>
            </a:r>
            <a:r>
              <a:rPr lang="en-US" dirty="0" smtClean="0"/>
              <a:t>using React.</a:t>
            </a:r>
            <a:r>
              <a:rPr lang="en-IN" dirty="0" smtClean="0"/>
              <a:t> </a:t>
            </a:r>
            <a:endParaRPr dirty="0"/>
          </a:p>
          <a:p>
            <a:r>
              <a:rPr lang="en-US" dirty="0"/>
              <a:t>To enhance teamwork and collaborative development skills</a:t>
            </a:r>
            <a:r>
              <a:rPr lang="en-US" dirty="0" smtClean="0"/>
              <a:t>.</a:t>
            </a:r>
          </a:p>
          <a:p>
            <a:r>
              <a:rPr lang="en-US" dirty="0"/>
              <a:t>To implement a responsive interface that works on all devices</a:t>
            </a:r>
            <a:r>
              <a:rPr lang="en-US" dirty="0" smtClean="0"/>
              <a:t>.</a:t>
            </a:r>
          </a:p>
          <a:p>
            <a:r>
              <a:rPr lang="en-US" dirty="0"/>
              <a:t>To improve practical knowledge of frontend web development</a:t>
            </a:r>
            <a:r>
              <a:rPr lang="en-US" dirty="0" smtClean="0"/>
              <a:t>.</a:t>
            </a:r>
          </a:p>
          <a:p>
            <a:r>
              <a:rPr lang="en-US" dirty="0"/>
              <a:t>To provide an easy platform for users to browse gift products online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7976" y="2490135"/>
            <a:ext cx="7759337" cy="3814871"/>
          </a:xfrm>
        </p:spPr>
        <p:txBody>
          <a:bodyPr/>
          <a:lstStyle/>
          <a:p>
            <a:r>
              <a:rPr lang="en-US" dirty="0"/>
              <a:t>User-friendly and responsive interface for smooth browsing on all </a:t>
            </a:r>
            <a:r>
              <a:rPr lang="en-US" dirty="0" smtClean="0"/>
              <a:t>devices.</a:t>
            </a:r>
          </a:p>
          <a:p>
            <a:r>
              <a:rPr lang="en-US" dirty="0"/>
              <a:t>Clean and simple UI design for better user experience.</a:t>
            </a:r>
            <a:endParaRPr dirty="0"/>
          </a:p>
          <a:p>
            <a:r>
              <a:rPr lang="en-US" dirty="0"/>
              <a:t>Detailed product view with images and descriptions</a:t>
            </a:r>
            <a:r>
              <a:rPr lang="en-US" dirty="0" smtClean="0"/>
              <a:t>.</a:t>
            </a:r>
          </a:p>
          <a:p>
            <a:r>
              <a:rPr lang="en-US" dirty="0"/>
              <a:t>Category-wise display of gift products for easy navigation</a:t>
            </a:r>
            <a:r>
              <a:rPr lang="en-US" dirty="0" smtClean="0"/>
              <a:t>.</a:t>
            </a:r>
          </a:p>
          <a:p>
            <a:r>
              <a:rPr lang="en-US" dirty="0"/>
              <a:t>Fast loading and smooth navigation without page reloads.</a:t>
            </a:r>
            <a:endParaRPr lang="en-US" dirty="0" smtClean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React.js – Frontend framework.</a:t>
            </a:r>
          </a:p>
          <a:p>
            <a:r>
              <a:rPr dirty="0"/>
              <a:t>• JavaScript – Logic implementation.</a:t>
            </a:r>
          </a:p>
          <a:p>
            <a:r>
              <a:rPr smtClean="0"/>
              <a:t>• </a:t>
            </a:r>
            <a:r>
              <a:rPr dirty="0"/>
              <a:t>CSS3 – Styling and layout.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296" y="2342606"/>
            <a:ext cx="7593874" cy="3962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Gained practical knowledge of React and component-based development.</a:t>
            </a:r>
            <a:r>
              <a:rPr dirty="0" smtClean="0"/>
              <a:t>.</a:t>
            </a:r>
            <a:endParaRPr dirty="0"/>
          </a:p>
          <a:p>
            <a:r>
              <a:rPr lang="en-US" dirty="0"/>
              <a:t>Learned to design responsive and user-friendly web interfaces</a:t>
            </a:r>
            <a:r>
              <a:rPr lang="en-US" dirty="0" smtClean="0"/>
              <a:t>.</a:t>
            </a:r>
            <a:endParaRPr dirty="0"/>
          </a:p>
          <a:p>
            <a:r>
              <a:rPr lang="en-US" dirty="0"/>
              <a:t>Experienced real-time project development and problem-solving</a:t>
            </a:r>
            <a:r>
              <a:rPr lang="en-US" dirty="0" smtClean="0"/>
              <a:t>.</a:t>
            </a:r>
          </a:p>
          <a:p>
            <a:r>
              <a:rPr lang="en-US" dirty="0"/>
              <a:t>Understood project structure and code organization in React</a:t>
            </a:r>
            <a:r>
              <a:rPr lang="en-US" dirty="0" smtClean="0"/>
              <a:t>.</a:t>
            </a:r>
          </a:p>
          <a:p>
            <a:r>
              <a:rPr lang="en-US" dirty="0"/>
              <a:t>Developed teamwork and collaborative working skills.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6798736" cy="374520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the future, this project will be converted into a full-stack application.</a:t>
            </a:r>
            <a:endParaRPr dirty="0"/>
          </a:p>
          <a:p>
            <a:r>
              <a:rPr lang="en-US" dirty="0"/>
              <a:t>Users will be able to view </a:t>
            </a:r>
            <a:r>
              <a:rPr lang="en-US" dirty="0" smtClean="0"/>
              <a:t>buy products </a:t>
            </a:r>
            <a:r>
              <a:rPr lang="en-US" dirty="0"/>
              <a:t>items, and provide reviews in future enhancements.</a:t>
            </a:r>
            <a:endParaRPr dirty="0"/>
          </a:p>
          <a:p>
            <a:r>
              <a:rPr lang="en-US" dirty="0"/>
              <a:t>Users will be able to add and manage more than one address</a:t>
            </a:r>
            <a:r>
              <a:rPr lang="en-US" dirty="0" smtClean="0"/>
              <a:t>.</a:t>
            </a:r>
            <a:endParaRPr dirty="0"/>
          </a:p>
          <a:p>
            <a:r>
              <a:rPr lang="en-US" dirty="0"/>
              <a:t>We plan to further improve the UI for a more interactive and visually appealing experience.</a:t>
            </a:r>
            <a:r>
              <a:rPr dirty="0" smtClean="0"/>
              <a:t>.</a:t>
            </a:r>
            <a:endParaRPr lang="en-IN" dirty="0" smtClean="0"/>
          </a:p>
          <a:p>
            <a:r>
              <a:rPr lang="en-IN" dirty="0"/>
              <a:t> </a:t>
            </a:r>
            <a:r>
              <a:rPr lang="en-US" dirty="0"/>
              <a:t>We will continue to improve the project by resolving remaining issues and enhancing functionality.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6"/>
            <a:ext cx="6798736" cy="1420014"/>
          </a:xfrm>
        </p:spPr>
        <p:txBody>
          <a:bodyPr/>
          <a:lstStyle/>
          <a:p>
            <a:r>
              <a:rPr sz="3200" dirty="0"/>
              <a:t>Thank you for giving us the opportunity to present our project.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239</TotalTime>
  <Words>481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Gift Shop Website</vt:lpstr>
      <vt:lpstr>Introduction</vt:lpstr>
      <vt:lpstr>Problem Statement</vt:lpstr>
      <vt:lpstr>Project Overview</vt:lpstr>
      <vt:lpstr>Project Objectives</vt:lpstr>
      <vt:lpstr>Key Features</vt:lpstr>
      <vt:lpstr>Technology Stack</vt:lpstr>
      <vt:lpstr>Learning Outcomes</vt:lpstr>
      <vt:lpstr>Future Enhancements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Gift Shop Website</dc:title>
  <dc:subject/>
  <dc:creator>Jatin Singh Bisht</dc:creator>
  <cp:keywords/>
  <dc:description>generated using python-pptx</dc:description>
  <cp:lastModifiedBy>Jatin Singh Bisht</cp:lastModifiedBy>
  <cp:revision>11</cp:revision>
  <dcterms:created xsi:type="dcterms:W3CDTF">2013-01-27T09:14:16Z</dcterms:created>
  <dcterms:modified xsi:type="dcterms:W3CDTF">2025-12-31T05:04:46Z</dcterms:modified>
  <cp:category/>
</cp:coreProperties>
</file>